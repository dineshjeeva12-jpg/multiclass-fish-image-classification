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0FF15-9D94-4E2B-94C1-CA8BCDD0B681}" v="5" dt="2025-12-28T13:20:12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7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GANATHAN Jeevarathinam" userId="c57f8d50-8e7d-4276-8b42-c058bdd77ca5" providerId="ADAL" clId="{C009BBD6-9C45-475D-BB05-D90D402F5797}"/>
    <pc:docChg chg="modSld">
      <pc:chgData name="RANGANATHAN Jeevarathinam" userId="c57f8d50-8e7d-4276-8b42-c058bdd77ca5" providerId="ADAL" clId="{C009BBD6-9C45-475D-BB05-D90D402F5797}" dt="2025-12-28T13:20:16.389" v="13" actId="1076"/>
      <pc:docMkLst>
        <pc:docMk/>
      </pc:docMkLst>
      <pc:sldChg chg="addSp modSp mod">
        <pc:chgData name="RANGANATHAN Jeevarathinam" userId="c57f8d50-8e7d-4276-8b42-c058bdd77ca5" providerId="ADAL" clId="{C009BBD6-9C45-475D-BB05-D90D402F5797}" dt="2025-12-28T13:19:33" v="3" actId="208"/>
        <pc:sldMkLst>
          <pc:docMk/>
          <pc:sldMk cId="1293490334" sldId="258"/>
        </pc:sldMkLst>
        <pc:spChg chg="add mod">
          <ac:chgData name="RANGANATHAN Jeevarathinam" userId="c57f8d50-8e7d-4276-8b42-c058bdd77ca5" providerId="ADAL" clId="{C009BBD6-9C45-475D-BB05-D90D402F5797}" dt="2025-12-28T13:19:33" v="3" actId="208"/>
          <ac:spMkLst>
            <pc:docMk/>
            <pc:sldMk cId="1293490334" sldId="258"/>
            <ac:spMk id="9" creationId="{FB79C74E-5C5A-2FE8-0634-976B9BDD6CEB}"/>
          </ac:spMkLst>
        </pc:spChg>
      </pc:sldChg>
      <pc:sldChg chg="addSp modSp mod">
        <pc:chgData name="RANGANATHAN Jeevarathinam" userId="c57f8d50-8e7d-4276-8b42-c058bdd77ca5" providerId="ADAL" clId="{C009BBD6-9C45-475D-BB05-D90D402F5797}" dt="2025-12-28T13:19:44.159" v="5" actId="1076"/>
        <pc:sldMkLst>
          <pc:docMk/>
          <pc:sldMk cId="3147229487" sldId="259"/>
        </pc:sldMkLst>
        <pc:spChg chg="add mod">
          <ac:chgData name="RANGANATHAN Jeevarathinam" userId="c57f8d50-8e7d-4276-8b42-c058bdd77ca5" providerId="ADAL" clId="{C009BBD6-9C45-475D-BB05-D90D402F5797}" dt="2025-12-28T13:19:44.159" v="5" actId="1076"/>
          <ac:spMkLst>
            <pc:docMk/>
            <pc:sldMk cId="3147229487" sldId="259"/>
            <ac:spMk id="7" creationId="{BE05F012-229E-7DE4-1DE3-F84BAC6F33C4}"/>
          </ac:spMkLst>
        </pc:spChg>
      </pc:sldChg>
      <pc:sldChg chg="addSp modSp mod">
        <pc:chgData name="RANGANATHAN Jeevarathinam" userId="c57f8d50-8e7d-4276-8b42-c058bdd77ca5" providerId="ADAL" clId="{C009BBD6-9C45-475D-BB05-D90D402F5797}" dt="2025-12-28T13:19:52.387" v="7" actId="1076"/>
        <pc:sldMkLst>
          <pc:docMk/>
          <pc:sldMk cId="1418502650" sldId="261"/>
        </pc:sldMkLst>
        <pc:spChg chg="add mod">
          <ac:chgData name="RANGANATHAN Jeevarathinam" userId="c57f8d50-8e7d-4276-8b42-c058bdd77ca5" providerId="ADAL" clId="{C009BBD6-9C45-475D-BB05-D90D402F5797}" dt="2025-12-28T13:19:52.387" v="7" actId="1076"/>
          <ac:spMkLst>
            <pc:docMk/>
            <pc:sldMk cId="1418502650" sldId="261"/>
            <ac:spMk id="2" creationId="{DEEB85A2-568C-1620-A5EB-016D553AC9F4}"/>
          </ac:spMkLst>
        </pc:spChg>
      </pc:sldChg>
      <pc:sldChg chg="addSp modSp mod">
        <pc:chgData name="RANGANATHAN Jeevarathinam" userId="c57f8d50-8e7d-4276-8b42-c058bdd77ca5" providerId="ADAL" clId="{C009BBD6-9C45-475D-BB05-D90D402F5797}" dt="2025-12-28T13:19:59.263" v="9" actId="1076"/>
        <pc:sldMkLst>
          <pc:docMk/>
          <pc:sldMk cId="1478922472" sldId="263"/>
        </pc:sldMkLst>
        <pc:spChg chg="add mod">
          <ac:chgData name="RANGANATHAN Jeevarathinam" userId="c57f8d50-8e7d-4276-8b42-c058bdd77ca5" providerId="ADAL" clId="{C009BBD6-9C45-475D-BB05-D90D402F5797}" dt="2025-12-28T13:19:59.263" v="9" actId="1076"/>
          <ac:spMkLst>
            <pc:docMk/>
            <pc:sldMk cId="1478922472" sldId="263"/>
            <ac:spMk id="4" creationId="{A8879695-ECA9-E928-6553-77DA01E30069}"/>
          </ac:spMkLst>
        </pc:spChg>
      </pc:sldChg>
      <pc:sldChg chg="addSp modSp mod">
        <pc:chgData name="RANGANATHAN Jeevarathinam" userId="c57f8d50-8e7d-4276-8b42-c058bdd77ca5" providerId="ADAL" clId="{C009BBD6-9C45-475D-BB05-D90D402F5797}" dt="2025-12-28T13:20:07.788" v="11" actId="1076"/>
        <pc:sldMkLst>
          <pc:docMk/>
          <pc:sldMk cId="1493365310" sldId="264"/>
        </pc:sldMkLst>
        <pc:spChg chg="add mod">
          <ac:chgData name="RANGANATHAN Jeevarathinam" userId="c57f8d50-8e7d-4276-8b42-c058bdd77ca5" providerId="ADAL" clId="{C009BBD6-9C45-475D-BB05-D90D402F5797}" dt="2025-12-28T13:20:07.788" v="11" actId="1076"/>
          <ac:spMkLst>
            <pc:docMk/>
            <pc:sldMk cId="1493365310" sldId="264"/>
            <ac:spMk id="6" creationId="{B6FE6AB0-306D-A877-BED3-26EF27C4CB91}"/>
          </ac:spMkLst>
        </pc:spChg>
      </pc:sldChg>
      <pc:sldChg chg="addSp modSp mod">
        <pc:chgData name="RANGANATHAN Jeevarathinam" userId="c57f8d50-8e7d-4276-8b42-c058bdd77ca5" providerId="ADAL" clId="{C009BBD6-9C45-475D-BB05-D90D402F5797}" dt="2025-12-28T13:20:16.389" v="13" actId="1076"/>
        <pc:sldMkLst>
          <pc:docMk/>
          <pc:sldMk cId="2551878394" sldId="265"/>
        </pc:sldMkLst>
        <pc:spChg chg="add mod">
          <ac:chgData name="RANGANATHAN Jeevarathinam" userId="c57f8d50-8e7d-4276-8b42-c058bdd77ca5" providerId="ADAL" clId="{C009BBD6-9C45-475D-BB05-D90D402F5797}" dt="2025-12-28T13:20:16.389" v="13" actId="1076"/>
          <ac:spMkLst>
            <pc:docMk/>
            <pc:sldMk cId="2551878394" sldId="265"/>
            <ac:spMk id="6" creationId="{33D63387-66B6-4D87-ADAD-5AC10402AD9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1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1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524B75-CEAE-4788-8253-CCE7DFFCE06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9A2C87-FAC4-45F4-B5E7-A0297A1D493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Main Title:</a:t>
          </a:r>
          <a:r>
            <a:rPr lang="en-IN"/>
            <a:t> Multiclass Fish Species Classification</a:t>
          </a:r>
          <a:endParaRPr lang="en-US"/>
        </a:p>
      </dgm:t>
    </dgm:pt>
    <dgm:pt modelId="{30DBA724-7CC4-4504-B91D-BA79227AF063}" type="parTrans" cxnId="{FA2FA259-E13D-4DAD-88FA-33F6A617420E}">
      <dgm:prSet/>
      <dgm:spPr/>
      <dgm:t>
        <a:bodyPr/>
        <a:lstStyle/>
        <a:p>
          <a:endParaRPr lang="en-US"/>
        </a:p>
      </dgm:t>
    </dgm:pt>
    <dgm:pt modelId="{0211E9BB-20DA-4FD2-B82A-5C4259E498F2}" type="sibTrans" cxnId="{FA2FA259-E13D-4DAD-88FA-33F6A617420E}">
      <dgm:prSet/>
      <dgm:spPr/>
      <dgm:t>
        <a:bodyPr/>
        <a:lstStyle/>
        <a:p>
          <a:endParaRPr lang="en-US"/>
        </a:p>
      </dgm:t>
    </dgm:pt>
    <dgm:pt modelId="{4E567F12-434B-452E-86B4-33F40BE757B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Subtitle:</a:t>
          </a:r>
          <a:r>
            <a:rPr lang="en-IN"/>
            <a:t> Leveraging Deep Learning and Transfer Learning for Precision Aquaculture</a:t>
          </a:r>
          <a:endParaRPr lang="en-US"/>
        </a:p>
      </dgm:t>
    </dgm:pt>
    <dgm:pt modelId="{E34A88AF-DF96-4E34-B067-CCCCB1C165D7}" type="parTrans" cxnId="{BD591AC1-4FC6-4BA6-92FC-5E99C62BEDE3}">
      <dgm:prSet/>
      <dgm:spPr/>
      <dgm:t>
        <a:bodyPr/>
        <a:lstStyle/>
        <a:p>
          <a:endParaRPr lang="en-US"/>
        </a:p>
      </dgm:t>
    </dgm:pt>
    <dgm:pt modelId="{86C78978-56AD-44B0-A8A0-BB129459B9BA}" type="sibTrans" cxnId="{BD591AC1-4FC6-4BA6-92FC-5E99C62BEDE3}">
      <dgm:prSet/>
      <dgm:spPr/>
      <dgm:t>
        <a:bodyPr/>
        <a:lstStyle/>
        <a:p>
          <a:endParaRPr lang="en-US"/>
        </a:p>
      </dgm:t>
    </dgm:pt>
    <dgm:pt modelId="{99739011-4A32-4FCB-93CD-992266B9518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Presenter Name:</a:t>
          </a:r>
          <a:r>
            <a:rPr lang="en-IN"/>
            <a:t> Jeevarathinam Ranganathan</a:t>
          </a:r>
          <a:endParaRPr lang="en-US"/>
        </a:p>
      </dgm:t>
    </dgm:pt>
    <dgm:pt modelId="{05740661-47D6-448C-AC26-91C45CA46652}" type="parTrans" cxnId="{F26C1B47-A73D-42C8-AD99-3FAC21665C33}">
      <dgm:prSet/>
      <dgm:spPr/>
      <dgm:t>
        <a:bodyPr/>
        <a:lstStyle/>
        <a:p>
          <a:endParaRPr lang="en-US"/>
        </a:p>
      </dgm:t>
    </dgm:pt>
    <dgm:pt modelId="{45D0ADE4-3BCF-4B6F-B4E8-5B14CBF31D63}" type="sibTrans" cxnId="{F26C1B47-A73D-42C8-AD99-3FAC21665C33}">
      <dgm:prSet/>
      <dgm:spPr/>
      <dgm:t>
        <a:bodyPr/>
        <a:lstStyle/>
        <a:p>
          <a:endParaRPr lang="en-US"/>
        </a:p>
      </dgm:t>
    </dgm:pt>
    <dgm:pt modelId="{D80CAB89-8BA0-4E06-8C51-F7071EFEB485}" type="pres">
      <dgm:prSet presAssocID="{69524B75-CEAE-4788-8253-CCE7DFFCE06A}" presName="root" presStyleCnt="0">
        <dgm:presLayoutVars>
          <dgm:dir/>
          <dgm:resizeHandles val="exact"/>
        </dgm:presLayoutVars>
      </dgm:prSet>
      <dgm:spPr/>
    </dgm:pt>
    <dgm:pt modelId="{2231F152-0AB8-4241-B9D3-64954B1DE18B}" type="pres">
      <dgm:prSet presAssocID="{109A2C87-FAC4-45F4-B5E7-A0297A1D4931}" presName="compNode" presStyleCnt="0"/>
      <dgm:spPr/>
    </dgm:pt>
    <dgm:pt modelId="{EE16F62B-5E66-4349-BB4D-E0BE4AD4F30D}" type="pres">
      <dgm:prSet presAssocID="{109A2C87-FAC4-45F4-B5E7-A0297A1D4931}" presName="bgRect" presStyleLbl="bgShp" presStyleIdx="0" presStyleCnt="3"/>
      <dgm:spPr/>
    </dgm:pt>
    <dgm:pt modelId="{BC80702D-64F3-4790-8E15-8829349D7405}" type="pres">
      <dgm:prSet presAssocID="{109A2C87-FAC4-45F4-B5E7-A0297A1D493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B56C80E4-4DD9-4436-A7A1-B92D48B45CD2}" type="pres">
      <dgm:prSet presAssocID="{109A2C87-FAC4-45F4-B5E7-A0297A1D4931}" presName="spaceRect" presStyleCnt="0"/>
      <dgm:spPr/>
    </dgm:pt>
    <dgm:pt modelId="{A40D0BF4-94C5-4691-834E-BF78A16F8D7C}" type="pres">
      <dgm:prSet presAssocID="{109A2C87-FAC4-45F4-B5E7-A0297A1D4931}" presName="parTx" presStyleLbl="revTx" presStyleIdx="0" presStyleCnt="3">
        <dgm:presLayoutVars>
          <dgm:chMax val="0"/>
          <dgm:chPref val="0"/>
        </dgm:presLayoutVars>
      </dgm:prSet>
      <dgm:spPr/>
    </dgm:pt>
    <dgm:pt modelId="{E8EBD90A-FFEC-42E1-BA3B-CF5F234988A5}" type="pres">
      <dgm:prSet presAssocID="{0211E9BB-20DA-4FD2-B82A-5C4259E498F2}" presName="sibTrans" presStyleCnt="0"/>
      <dgm:spPr/>
    </dgm:pt>
    <dgm:pt modelId="{621899FC-C7F9-4000-BD03-553F35BA3437}" type="pres">
      <dgm:prSet presAssocID="{4E567F12-434B-452E-86B4-33F40BE757BA}" presName="compNode" presStyleCnt="0"/>
      <dgm:spPr/>
    </dgm:pt>
    <dgm:pt modelId="{D50E0911-AE82-4526-8E0B-5AFFDFEB6B7C}" type="pres">
      <dgm:prSet presAssocID="{4E567F12-434B-452E-86B4-33F40BE757BA}" presName="bgRect" presStyleLbl="bgShp" presStyleIdx="1" presStyleCnt="3"/>
      <dgm:spPr/>
    </dgm:pt>
    <dgm:pt modelId="{6788BFBF-5BF7-478A-8F46-9A2A5EF3783B}" type="pres">
      <dgm:prSet presAssocID="{4E567F12-434B-452E-86B4-33F40BE757B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hale"/>
        </a:ext>
      </dgm:extLst>
    </dgm:pt>
    <dgm:pt modelId="{8F6D397C-720A-486B-A468-05A461013D3C}" type="pres">
      <dgm:prSet presAssocID="{4E567F12-434B-452E-86B4-33F40BE757BA}" presName="spaceRect" presStyleCnt="0"/>
      <dgm:spPr/>
    </dgm:pt>
    <dgm:pt modelId="{DCF0A2EF-E301-4553-92C0-52A54DBCC74A}" type="pres">
      <dgm:prSet presAssocID="{4E567F12-434B-452E-86B4-33F40BE757BA}" presName="parTx" presStyleLbl="revTx" presStyleIdx="1" presStyleCnt="3">
        <dgm:presLayoutVars>
          <dgm:chMax val="0"/>
          <dgm:chPref val="0"/>
        </dgm:presLayoutVars>
      </dgm:prSet>
      <dgm:spPr/>
    </dgm:pt>
    <dgm:pt modelId="{A5E2B65F-E9F4-4DFB-B879-6ACFED1DD698}" type="pres">
      <dgm:prSet presAssocID="{86C78978-56AD-44B0-A8A0-BB129459B9BA}" presName="sibTrans" presStyleCnt="0"/>
      <dgm:spPr/>
    </dgm:pt>
    <dgm:pt modelId="{65410E05-EA56-4228-A5D3-16C258EF7B3E}" type="pres">
      <dgm:prSet presAssocID="{99739011-4A32-4FCB-93CD-992266B95189}" presName="compNode" presStyleCnt="0"/>
      <dgm:spPr/>
    </dgm:pt>
    <dgm:pt modelId="{4A3FBA7F-C650-47FE-A221-BA25DC32C654}" type="pres">
      <dgm:prSet presAssocID="{99739011-4A32-4FCB-93CD-992266B95189}" presName="bgRect" presStyleLbl="bgShp" presStyleIdx="2" presStyleCnt="3"/>
      <dgm:spPr/>
    </dgm:pt>
    <dgm:pt modelId="{DB55B3F9-EDB5-4865-9C80-1451FC572E68}" type="pres">
      <dgm:prSet presAssocID="{99739011-4A32-4FCB-93CD-992266B951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CF02C8DE-57A2-4711-8CE1-7631D72352FB}" type="pres">
      <dgm:prSet presAssocID="{99739011-4A32-4FCB-93CD-992266B95189}" presName="spaceRect" presStyleCnt="0"/>
      <dgm:spPr/>
    </dgm:pt>
    <dgm:pt modelId="{3FC280C9-D870-4281-B159-358CA4C6E24F}" type="pres">
      <dgm:prSet presAssocID="{99739011-4A32-4FCB-93CD-992266B9518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26C1B47-A73D-42C8-AD99-3FAC21665C33}" srcId="{69524B75-CEAE-4788-8253-CCE7DFFCE06A}" destId="{99739011-4A32-4FCB-93CD-992266B95189}" srcOrd="2" destOrd="0" parTransId="{05740661-47D6-448C-AC26-91C45CA46652}" sibTransId="{45D0ADE4-3BCF-4B6F-B4E8-5B14CBF31D63}"/>
    <dgm:cxn modelId="{2E251E6B-3F43-4244-B977-DA1B1E5E13C4}" type="presOf" srcId="{4E567F12-434B-452E-86B4-33F40BE757BA}" destId="{DCF0A2EF-E301-4553-92C0-52A54DBCC74A}" srcOrd="0" destOrd="0" presId="urn:microsoft.com/office/officeart/2018/2/layout/IconVerticalSolidList"/>
    <dgm:cxn modelId="{6997E175-7ABE-4C75-8128-8E25BEE82F49}" type="presOf" srcId="{99739011-4A32-4FCB-93CD-992266B95189}" destId="{3FC280C9-D870-4281-B159-358CA4C6E24F}" srcOrd="0" destOrd="0" presId="urn:microsoft.com/office/officeart/2018/2/layout/IconVerticalSolidList"/>
    <dgm:cxn modelId="{FA2FA259-E13D-4DAD-88FA-33F6A617420E}" srcId="{69524B75-CEAE-4788-8253-CCE7DFFCE06A}" destId="{109A2C87-FAC4-45F4-B5E7-A0297A1D4931}" srcOrd="0" destOrd="0" parTransId="{30DBA724-7CC4-4504-B91D-BA79227AF063}" sibTransId="{0211E9BB-20DA-4FD2-B82A-5C4259E498F2}"/>
    <dgm:cxn modelId="{BD591AC1-4FC6-4BA6-92FC-5E99C62BEDE3}" srcId="{69524B75-CEAE-4788-8253-CCE7DFFCE06A}" destId="{4E567F12-434B-452E-86B4-33F40BE757BA}" srcOrd="1" destOrd="0" parTransId="{E34A88AF-DF96-4E34-B067-CCCCB1C165D7}" sibTransId="{86C78978-56AD-44B0-A8A0-BB129459B9BA}"/>
    <dgm:cxn modelId="{4890F2E3-8FBD-4206-9996-1842C743D822}" type="presOf" srcId="{69524B75-CEAE-4788-8253-CCE7DFFCE06A}" destId="{D80CAB89-8BA0-4E06-8C51-F7071EFEB485}" srcOrd="0" destOrd="0" presId="urn:microsoft.com/office/officeart/2018/2/layout/IconVerticalSolidList"/>
    <dgm:cxn modelId="{26712BEF-E601-4B8A-95E5-ED7A101F228A}" type="presOf" srcId="{109A2C87-FAC4-45F4-B5E7-A0297A1D4931}" destId="{A40D0BF4-94C5-4691-834E-BF78A16F8D7C}" srcOrd="0" destOrd="0" presId="urn:microsoft.com/office/officeart/2018/2/layout/IconVerticalSolidList"/>
    <dgm:cxn modelId="{69705F0C-54C2-44B0-940E-9E5F1B1C2B3A}" type="presParOf" srcId="{D80CAB89-8BA0-4E06-8C51-F7071EFEB485}" destId="{2231F152-0AB8-4241-B9D3-64954B1DE18B}" srcOrd="0" destOrd="0" presId="urn:microsoft.com/office/officeart/2018/2/layout/IconVerticalSolidList"/>
    <dgm:cxn modelId="{568AF93F-2F37-425B-BDBC-9C72A13BE9EA}" type="presParOf" srcId="{2231F152-0AB8-4241-B9D3-64954B1DE18B}" destId="{EE16F62B-5E66-4349-BB4D-E0BE4AD4F30D}" srcOrd="0" destOrd="0" presId="urn:microsoft.com/office/officeart/2018/2/layout/IconVerticalSolidList"/>
    <dgm:cxn modelId="{0EAF67C1-00A5-4DFE-949F-A612CB91A5F9}" type="presParOf" srcId="{2231F152-0AB8-4241-B9D3-64954B1DE18B}" destId="{BC80702D-64F3-4790-8E15-8829349D7405}" srcOrd="1" destOrd="0" presId="urn:microsoft.com/office/officeart/2018/2/layout/IconVerticalSolidList"/>
    <dgm:cxn modelId="{A1F30A8C-0809-4F13-BFA4-E898A2410F2B}" type="presParOf" srcId="{2231F152-0AB8-4241-B9D3-64954B1DE18B}" destId="{B56C80E4-4DD9-4436-A7A1-B92D48B45CD2}" srcOrd="2" destOrd="0" presId="urn:microsoft.com/office/officeart/2018/2/layout/IconVerticalSolidList"/>
    <dgm:cxn modelId="{5910EB12-D847-4837-A157-992AD1B5D735}" type="presParOf" srcId="{2231F152-0AB8-4241-B9D3-64954B1DE18B}" destId="{A40D0BF4-94C5-4691-834E-BF78A16F8D7C}" srcOrd="3" destOrd="0" presId="urn:microsoft.com/office/officeart/2018/2/layout/IconVerticalSolidList"/>
    <dgm:cxn modelId="{F7B9D3BD-1DA1-462C-9C5E-ADAADCF8C33D}" type="presParOf" srcId="{D80CAB89-8BA0-4E06-8C51-F7071EFEB485}" destId="{E8EBD90A-FFEC-42E1-BA3B-CF5F234988A5}" srcOrd="1" destOrd="0" presId="urn:microsoft.com/office/officeart/2018/2/layout/IconVerticalSolidList"/>
    <dgm:cxn modelId="{130AD47D-7A34-4CA5-8B6F-70F0BE273A1C}" type="presParOf" srcId="{D80CAB89-8BA0-4E06-8C51-F7071EFEB485}" destId="{621899FC-C7F9-4000-BD03-553F35BA3437}" srcOrd="2" destOrd="0" presId="urn:microsoft.com/office/officeart/2018/2/layout/IconVerticalSolidList"/>
    <dgm:cxn modelId="{80C61761-32E3-4EB0-8F46-D9A6FF7F6144}" type="presParOf" srcId="{621899FC-C7F9-4000-BD03-553F35BA3437}" destId="{D50E0911-AE82-4526-8E0B-5AFFDFEB6B7C}" srcOrd="0" destOrd="0" presId="urn:microsoft.com/office/officeart/2018/2/layout/IconVerticalSolidList"/>
    <dgm:cxn modelId="{C5913F6C-DB52-4F19-AAA9-3326ED7E716F}" type="presParOf" srcId="{621899FC-C7F9-4000-BD03-553F35BA3437}" destId="{6788BFBF-5BF7-478A-8F46-9A2A5EF3783B}" srcOrd="1" destOrd="0" presId="urn:microsoft.com/office/officeart/2018/2/layout/IconVerticalSolidList"/>
    <dgm:cxn modelId="{DC0CB7AD-5177-4C7E-B30A-F2CC65084DB3}" type="presParOf" srcId="{621899FC-C7F9-4000-BD03-553F35BA3437}" destId="{8F6D397C-720A-486B-A468-05A461013D3C}" srcOrd="2" destOrd="0" presId="urn:microsoft.com/office/officeart/2018/2/layout/IconVerticalSolidList"/>
    <dgm:cxn modelId="{36542926-4B6E-4F8B-9813-A5A624E8F497}" type="presParOf" srcId="{621899FC-C7F9-4000-BD03-553F35BA3437}" destId="{DCF0A2EF-E301-4553-92C0-52A54DBCC74A}" srcOrd="3" destOrd="0" presId="urn:microsoft.com/office/officeart/2018/2/layout/IconVerticalSolidList"/>
    <dgm:cxn modelId="{99F1AEDC-F75B-428D-9568-A9206626822B}" type="presParOf" srcId="{D80CAB89-8BA0-4E06-8C51-F7071EFEB485}" destId="{A5E2B65F-E9F4-4DFB-B879-6ACFED1DD698}" srcOrd="3" destOrd="0" presId="urn:microsoft.com/office/officeart/2018/2/layout/IconVerticalSolidList"/>
    <dgm:cxn modelId="{B91EFE91-6954-46A5-B330-4EFA13F5DF2A}" type="presParOf" srcId="{D80CAB89-8BA0-4E06-8C51-F7071EFEB485}" destId="{65410E05-EA56-4228-A5D3-16C258EF7B3E}" srcOrd="4" destOrd="0" presId="urn:microsoft.com/office/officeart/2018/2/layout/IconVerticalSolidList"/>
    <dgm:cxn modelId="{7B26A01D-B8D8-47EB-8FC3-6894B267CC24}" type="presParOf" srcId="{65410E05-EA56-4228-A5D3-16C258EF7B3E}" destId="{4A3FBA7F-C650-47FE-A221-BA25DC32C654}" srcOrd="0" destOrd="0" presId="urn:microsoft.com/office/officeart/2018/2/layout/IconVerticalSolidList"/>
    <dgm:cxn modelId="{4386AE77-9DC9-4CB2-B144-14B2092BA52C}" type="presParOf" srcId="{65410E05-EA56-4228-A5D3-16C258EF7B3E}" destId="{DB55B3F9-EDB5-4865-9C80-1451FC572E68}" srcOrd="1" destOrd="0" presId="urn:microsoft.com/office/officeart/2018/2/layout/IconVerticalSolidList"/>
    <dgm:cxn modelId="{ABDD5888-E447-4B75-B1CA-554DCAB715BA}" type="presParOf" srcId="{65410E05-EA56-4228-A5D3-16C258EF7B3E}" destId="{CF02C8DE-57A2-4711-8CE1-7631D72352FB}" srcOrd="2" destOrd="0" presId="urn:microsoft.com/office/officeart/2018/2/layout/IconVerticalSolidList"/>
    <dgm:cxn modelId="{591C0B9E-7C7D-4805-A559-0E7B7FBD6CF2}" type="presParOf" srcId="{65410E05-EA56-4228-A5D3-16C258EF7B3E}" destId="{3FC280C9-D870-4281-B159-358CA4C6E2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16F62B-5E66-4349-BB4D-E0BE4AD4F30D}">
      <dsp:nvSpPr>
        <dsp:cNvPr id="0" name=""/>
        <dsp:cNvSpPr/>
      </dsp:nvSpPr>
      <dsp:spPr>
        <a:xfrm>
          <a:off x="0" y="444"/>
          <a:ext cx="5927834" cy="10395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0702D-64F3-4790-8E15-8829349D7405}">
      <dsp:nvSpPr>
        <dsp:cNvPr id="0" name=""/>
        <dsp:cNvSpPr/>
      </dsp:nvSpPr>
      <dsp:spPr>
        <a:xfrm>
          <a:off x="314461" y="234341"/>
          <a:ext cx="571748" cy="5717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D0BF4-94C5-4691-834E-BF78A16F8D7C}">
      <dsp:nvSpPr>
        <dsp:cNvPr id="0" name=""/>
        <dsp:cNvSpPr/>
      </dsp:nvSpPr>
      <dsp:spPr>
        <a:xfrm>
          <a:off x="1200672" y="444"/>
          <a:ext cx="4727161" cy="1039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8" tIns="110018" rIns="110018" bIns="11001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Main Title:</a:t>
          </a:r>
          <a:r>
            <a:rPr lang="en-IN" sz="1800" kern="1200"/>
            <a:t> Multiclass Fish Species Classification</a:t>
          </a:r>
          <a:endParaRPr lang="en-US" sz="1800" kern="1200"/>
        </a:p>
      </dsp:txBody>
      <dsp:txXfrm>
        <a:off x="1200672" y="444"/>
        <a:ext cx="4727161" cy="1039543"/>
      </dsp:txXfrm>
    </dsp:sp>
    <dsp:sp modelId="{D50E0911-AE82-4526-8E0B-5AFFDFEB6B7C}">
      <dsp:nvSpPr>
        <dsp:cNvPr id="0" name=""/>
        <dsp:cNvSpPr/>
      </dsp:nvSpPr>
      <dsp:spPr>
        <a:xfrm>
          <a:off x="0" y="1299872"/>
          <a:ext cx="5927834" cy="10395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8BFBF-5BF7-478A-8F46-9A2A5EF3783B}">
      <dsp:nvSpPr>
        <dsp:cNvPr id="0" name=""/>
        <dsp:cNvSpPr/>
      </dsp:nvSpPr>
      <dsp:spPr>
        <a:xfrm>
          <a:off x="314461" y="1533770"/>
          <a:ext cx="571748" cy="5717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0A2EF-E301-4553-92C0-52A54DBCC74A}">
      <dsp:nvSpPr>
        <dsp:cNvPr id="0" name=""/>
        <dsp:cNvSpPr/>
      </dsp:nvSpPr>
      <dsp:spPr>
        <a:xfrm>
          <a:off x="1200672" y="1299872"/>
          <a:ext cx="4727161" cy="1039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8" tIns="110018" rIns="110018" bIns="11001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Subtitle:</a:t>
          </a:r>
          <a:r>
            <a:rPr lang="en-IN" sz="1800" kern="1200"/>
            <a:t> Leveraging Deep Learning and Transfer Learning for Precision Aquaculture</a:t>
          </a:r>
          <a:endParaRPr lang="en-US" sz="1800" kern="1200"/>
        </a:p>
      </dsp:txBody>
      <dsp:txXfrm>
        <a:off x="1200672" y="1299872"/>
        <a:ext cx="4727161" cy="1039543"/>
      </dsp:txXfrm>
    </dsp:sp>
    <dsp:sp modelId="{4A3FBA7F-C650-47FE-A221-BA25DC32C654}">
      <dsp:nvSpPr>
        <dsp:cNvPr id="0" name=""/>
        <dsp:cNvSpPr/>
      </dsp:nvSpPr>
      <dsp:spPr>
        <a:xfrm>
          <a:off x="0" y="2599301"/>
          <a:ext cx="5927834" cy="10395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55B3F9-EDB5-4865-9C80-1451FC572E68}">
      <dsp:nvSpPr>
        <dsp:cNvPr id="0" name=""/>
        <dsp:cNvSpPr/>
      </dsp:nvSpPr>
      <dsp:spPr>
        <a:xfrm>
          <a:off x="314461" y="2833198"/>
          <a:ext cx="571748" cy="5717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280C9-D870-4281-B159-358CA4C6E24F}">
      <dsp:nvSpPr>
        <dsp:cNvPr id="0" name=""/>
        <dsp:cNvSpPr/>
      </dsp:nvSpPr>
      <dsp:spPr>
        <a:xfrm>
          <a:off x="1200672" y="2599301"/>
          <a:ext cx="4727161" cy="1039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8" tIns="110018" rIns="110018" bIns="11001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Presenter Name:</a:t>
          </a:r>
          <a:r>
            <a:rPr lang="en-IN" sz="1800" kern="1200"/>
            <a:t> Jeevarathinam Ranganathan</a:t>
          </a:r>
          <a:endParaRPr lang="en-US" sz="1800" kern="1200"/>
        </a:p>
      </dsp:txBody>
      <dsp:txXfrm>
        <a:off x="1200672" y="2599301"/>
        <a:ext cx="4727161" cy="10395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362F-09E6-88E9-28DC-A7BEA69D2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9B5BC-F053-3C02-A563-3C99EC0A8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48B8-328E-FD4B-C8DC-142A4391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EDEDF-4ECF-024D-18F4-E62F4F57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3E9BD-DD31-AC1B-7F16-B15018E9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23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42124-FF2A-F3F8-358F-9DFEA8E3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195A0-59F1-6492-1508-0E03101F4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EFBA5-A655-7E0E-E90C-2D2D13D4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FB2C2-E2E9-685D-A7C3-8DF7F296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BC3A-94E2-3605-E8DD-C4C401AB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19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9772-5A54-0028-BB00-79101A12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3E82C-3B7A-FAFC-1EAE-B872CE53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FB14B-CF45-A45A-9B8F-CE5CE2BC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A0E4E-4CF3-D5D8-D8CA-FA32615C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02915-69DE-919D-36A4-A532C42A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3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4E9F-A52B-1A1D-797B-619F85C5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4C84B-29BC-DDFA-D43F-84B737F92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FEEF6-303D-DE6F-4BE0-2B5EB7DC4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27E57-4716-92E1-4BDC-1B5EB101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74125-D26C-DEF4-A6A1-1328703D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8FAE0-1654-9AF0-2AC7-CE575E55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08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EE60-1891-A353-5434-6494F692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FFD2F-6C71-D358-C0DC-52A0D2FEC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D7E35-6FFD-BE08-F8FE-572F73D49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1C71A-05E9-D660-45B6-4B29DFF94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D8D94-C0DE-1BC4-4273-A4C479AD8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6A656-A4FB-6DAD-BE1F-5BE331C9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5E581-25F5-4AF3-1A8B-454A3570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BD2B0-C942-54A4-D472-86C6413D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11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14B1-2EBC-7F29-5F0D-6F4ABC85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236D9-B531-185B-E6BA-6AB7D4C2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AB5BD-A91D-1605-65BA-C044B79D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35FFA-244C-4B08-0D5A-5AF736F55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80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37D74-62CC-FF9D-85C8-498AA668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8205D-03B1-9163-3D21-4D142AC2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42F95-AABD-2A7E-1F53-5518C950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50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0DA8-159F-7AF5-5190-69AF97E8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57C3-1EDE-415A-481B-449D97CA1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E5A3C-2E0C-BF71-70CA-4E7659790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E2CAB-1A3F-FED4-85AB-C4A66326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9E31E-C3CF-75C0-D22F-89FCE808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DA5C9-CDBD-559B-4B01-17D507F5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616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4680-7241-D013-4255-13411892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DDF7AA-E89E-EEAE-E805-934A2CA29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8F83-E44E-381D-2F45-D82D22986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99AE4-5FD1-3ADB-0BCF-9537644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2F6B3-57E8-F2F2-3F47-7821783E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5CAEC-8691-5A58-DAEB-34C0B5D2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1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3331-1C6D-3FB9-9965-41FC3CF8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77F3B-D5BB-33A1-968C-A66F7856D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B1C55-26CD-3C74-BFDA-4CAB357B2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03E32-0ED1-3C63-5C16-EADBF5CA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A4EAE-0090-070F-BF1A-A647AB9A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25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D7181-7294-959A-F57D-21BE6B29F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3B7ED-8D10-964A-2521-54793F656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6A39A-6B9B-62A3-D4C1-F12D6522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51A1A-16B9-545B-3795-28CBF989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2E313-A139-3F0F-217A-9E58BBA0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10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43289-053B-1ACF-8218-73D41566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95F84-E816-74B7-51C6-83DEA5E7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19C6C-3301-E48B-66B2-7C1C433A5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74DD1-9998-4D3F-9966-28F5A1DBD3A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0387C-0160-7166-CE75-A99EC1F11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B7A69-ED86-6CB9-2B70-924269011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8E994-EF02-41AA-A1CD-9B070A65ADF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A6DF68-0157-727B-7A12-A734E4B640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193121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2786EE-FACE-436A-FDEB-CE5593700B99}"/>
              </a:ext>
            </a:extLst>
          </p:cNvPr>
          <p:cNvSpPr txBox="1">
            <a:spLocks/>
          </p:cNvSpPr>
          <p:nvPr/>
        </p:nvSpPr>
        <p:spPr>
          <a:xfrm>
            <a:off x="110989" y="443888"/>
            <a:ext cx="686680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Multiclass Fish Image Classification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Graphic 10" descr="Fish">
            <a:extLst>
              <a:ext uri="{FF2B5EF4-FFF2-40B4-BE49-F238E27FC236}">
                <a16:creationId xmlns:a16="http://schemas.microsoft.com/office/drawing/2014/main" id="{FB399827-AFF9-F399-B7FE-A31ED3B74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graphicFrame>
        <p:nvGraphicFramePr>
          <p:cNvPr id="24" name="Subtitle 2">
            <a:extLst>
              <a:ext uri="{FF2B5EF4-FFF2-40B4-BE49-F238E27FC236}">
                <a16:creationId xmlns:a16="http://schemas.microsoft.com/office/drawing/2014/main" id="{F559F433-885A-D277-7226-E6B92933DCFE}"/>
              </a:ext>
            </a:extLst>
          </p:cNvPr>
          <p:cNvGraphicFramePr/>
          <p:nvPr/>
        </p:nvGraphicFramePr>
        <p:xfrm>
          <a:off x="304800" y="2421682"/>
          <a:ext cx="5927834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4185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process&#10;&#10;AI-generated content may be incorrect.">
            <a:extLst>
              <a:ext uri="{FF2B5EF4-FFF2-40B4-BE49-F238E27FC236}">
                <a16:creationId xmlns:a16="http://schemas.microsoft.com/office/drawing/2014/main" id="{6AEC9EEE-B2DC-1B23-BB5A-410AB93BC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341"/>
            <a:ext cx="10951781" cy="6545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79C74E-5C5A-2FE8-0634-976B9BDD6CEB}"/>
              </a:ext>
            </a:extLst>
          </p:cNvPr>
          <p:cNvSpPr/>
          <p:nvPr/>
        </p:nvSpPr>
        <p:spPr>
          <a:xfrm>
            <a:off x="9165021" y="6306207"/>
            <a:ext cx="1786760" cy="273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490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E874F-DBD1-7271-664C-30D45913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diagram of a fish species classification workflow&#10;&#10;AI-generated content may be incorrect.">
            <a:extLst>
              <a:ext uri="{FF2B5EF4-FFF2-40B4-BE49-F238E27FC236}">
                <a16:creationId xmlns:a16="http://schemas.microsoft.com/office/drawing/2014/main" id="{5A32E522-7FE4-654F-C8C1-7E6E4764A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05F012-229E-7DE4-1DE3-F84BAC6F33C4}"/>
              </a:ext>
            </a:extLst>
          </p:cNvPr>
          <p:cNvSpPr/>
          <p:nvPr/>
        </p:nvSpPr>
        <p:spPr>
          <a:xfrm>
            <a:off x="10403716" y="6583449"/>
            <a:ext cx="1786760" cy="273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29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CBCD6-F996-97A1-E87A-718B5F89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217BBF-6AF6-EC51-13E3-5D61B0DE6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 shot of a device&#10;&#10;AI-generated content may be incorrect.">
            <a:extLst>
              <a:ext uri="{FF2B5EF4-FFF2-40B4-BE49-F238E27FC236}">
                <a16:creationId xmlns:a16="http://schemas.microsoft.com/office/drawing/2014/main" id="{78771173-669A-4AE3-126C-96E477B99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EB85A2-568C-1620-A5EB-016D553AC9F4}"/>
              </a:ext>
            </a:extLst>
          </p:cNvPr>
          <p:cNvSpPr/>
          <p:nvPr/>
        </p:nvSpPr>
        <p:spPr>
          <a:xfrm>
            <a:off x="10403716" y="6390290"/>
            <a:ext cx="1786760" cy="273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50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55854-A0E3-8F2D-D144-781C927ED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43CC8E-B923-E3FF-A720-2F67A5A0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2E368E2-87C8-89AF-0FBB-A95AF7E39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441" y="110359"/>
            <a:ext cx="738877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879695-ECA9-E928-6553-77DA01E30069}"/>
              </a:ext>
            </a:extLst>
          </p:cNvPr>
          <p:cNvSpPr/>
          <p:nvPr/>
        </p:nvSpPr>
        <p:spPr>
          <a:xfrm>
            <a:off x="8082453" y="6474372"/>
            <a:ext cx="1786760" cy="273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92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255CB-09B5-096C-EA6C-F798CC24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34E62E-D187-16DF-DDE0-71FE3A58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diagram of a fish image&#10;&#10;AI-generated content may be incorrect.">
            <a:extLst>
              <a:ext uri="{FF2B5EF4-FFF2-40B4-BE49-F238E27FC236}">
                <a16:creationId xmlns:a16="http://schemas.microsoft.com/office/drawing/2014/main" id="{1C18E4C8-DBF6-7C03-2CFD-2CC51B35F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171450"/>
            <a:ext cx="4191000" cy="65151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FE6AB0-306D-A877-BED3-26EF27C4CB91}"/>
              </a:ext>
            </a:extLst>
          </p:cNvPr>
          <p:cNvSpPr/>
          <p:nvPr/>
        </p:nvSpPr>
        <p:spPr>
          <a:xfrm>
            <a:off x="6821214" y="6362372"/>
            <a:ext cx="1786760" cy="273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6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6D60D-B118-1872-E6F6-D333C651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fish classifier&#10;&#10;AI-generated content may be incorrect.">
            <a:extLst>
              <a:ext uri="{FF2B5EF4-FFF2-40B4-BE49-F238E27FC236}">
                <a16:creationId xmlns:a16="http://schemas.microsoft.com/office/drawing/2014/main" id="{3D42CFEB-645A-2190-8AA2-A21AF0AD0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D63387-66B6-4D87-ADAD-5AC10402AD99}"/>
              </a:ext>
            </a:extLst>
          </p:cNvPr>
          <p:cNvSpPr/>
          <p:nvPr/>
        </p:nvSpPr>
        <p:spPr>
          <a:xfrm>
            <a:off x="10205545" y="6295696"/>
            <a:ext cx="1786760" cy="273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878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RANGANATHAN Jeevarathinam</dc:creator>
  <cp:lastModifiedBy>RANGANATHAN Jeevarathinam</cp:lastModifiedBy>
  <cp:revision>1</cp:revision>
  <dcterms:created xsi:type="dcterms:W3CDTF">2025-12-28T07:06:37Z</dcterms:created>
  <dcterms:modified xsi:type="dcterms:W3CDTF">2025-12-28T13:20:19Z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